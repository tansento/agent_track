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For a 100-car sales fleet, standardize on Tesla Model Y unless Ford alignment is a strategic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Tesla Model Y offers the strongest operating profile for sales use: longer range, faster charging, and better cargo utility.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Higher uptime and fewer charging-related delays support more productive reps and more consistent route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Use Ford Mustang Mach-E only if pricing, supplier diversification, or an existing Ford purchasing/service ecosystem is the primary decision factor.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Recommended choice: Tesla Model Y; choose Mach-E only when Ford preference or sourcing strategy outweighs operational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