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50292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4754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9C4D0"/>
                </a:solidFill>
              </a:rPr>
              <a:t>VOLTWAY 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Standardize fleet on Model Y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" y="2331720"/>
            <a:ext cx="2011680" cy="4572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880360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Model Y delivers ~294–327 miles of EPA range vs. Mach-E’s ~240–320 miles, reducing mid-day charging risk.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538727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447287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Tesla charging tops out at 250 kW and offers broad Supercharger access for higher operational uptime.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197096"/>
            <a:ext cx="146304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05656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</a:rPr>
              <a:t>Model Y provides ~75 cu ft max cargo space vs. Mach-E’s ~59.7 cu ft, better for sales materials and luggage.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5074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C2A8"/>
                </a:solidFill>
              </a:rPr>
              <a:t>VOLTWAY RECOMMENDS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440680"/>
            <a:ext cx="11274552" cy="960120"/>
          </a:xfrm>
          <a:prstGeom prst="roundRect">
            <a:avLst>
              <a:gd name="adj" fmla="val 1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/>
          <a:lstStyle/>
          <a:p>
            <a:pPr algn="ctr"/>
            <a:r>
              <a:rPr sz="1600" b="1">
                <a:solidFill>
                  <a:srgbClr val="0A2540"/>
                </a:solidFill>
              </a:rPr>
              <a:t>Approve Tesla Model Y for the initial 100-car sales fleet this quarter; use Ford Mustang Mach-E only if purchasing, service, or standardization requirements outweigh fleet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